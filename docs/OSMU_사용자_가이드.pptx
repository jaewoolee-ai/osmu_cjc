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227"/>
                </a:solidFill>
                <a:latin typeface="맑은 고딕"/>
              </a:rPr>
              <a:t>OSMU CONTENT WORKBENCH —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OSMU 콘텐츠 워크벤치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사용자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0E3E8"/>
                </a:solidFill>
                <a:latin typeface="맑은 고딕"/>
              </a:rPr>
              <a:t>일반 사용법 · ⚙️ 네이버 API 설정 완전정복 · 내 회사에 맞게 커스터마이징하기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100584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이 문서는 저장소에 포함되어 있으며, 누구나 clone 후 그대로 참고할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⚡ 5분 만에 내 회사 버전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아래 4단계만 따라 하면, 지금 보이는 예시 브랜드를 여러분의 회사로 바꿀 수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94360" cy="123444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94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737360"/>
            <a:ext cx="105613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8288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① git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5798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터미널에서 이 저장소를 내 컴퓨터로 내려받습니다.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2523744"/>
            <a:ext cx="9875520" cy="384048"/>
          </a:xfrm>
          <a:prstGeom prst="round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523744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D9DE"/>
                </a:solidFill>
                <a:latin typeface="Consolas"/>
              </a:rPr>
              <a:t>git clone &lt;이 저장소 GitHub 주소&gt;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08960"/>
            <a:ext cx="594360" cy="9144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94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08960"/>
            <a:ext cx="105613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2004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② company_info/ 에 우리 회사 자료 업로드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2958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폴더 안의 예시 파일은 지우거나 그대로 두고, 회사소개서·SNS 정보·로고 등 우리 회사 자료를 같은 폴더에 넣습니다. (파일 형식은 자유 — PDF, txt, 이미지 등)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594360" cy="9144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594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160520"/>
            <a:ext cx="105613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2519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③ 터미널에서 claude 실행 후 프롬프트 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58114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다음 슬라이드의 예시 프롬프트를 그대로 복사해서 붙여넣습니다.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594360" cy="9144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594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212080"/>
            <a:ext cx="105613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30352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④ 결과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632704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🧵 브랜드 킷 화면에서 값이 반영됐는지 확인하고, ⚙️ 설정에서 LLM·네이버 API 키를 직접 등록합니다.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③번 단계 — 복사해서 쓰는 프롬프트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빈칸(【 】)만 우리 회사 정보로 채워서 Claude Code에게 그대로 붙여넣으세요.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1155680" cy="3931920"/>
          </a:xfrm>
          <a:prstGeom prst="round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CLAUDE.md를 참고해서, company_info/ 폴더에 넣어둔 우리 회사 자료로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브랜드 킷을 채워줘.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회사명: 【○○○ 주식회사】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브랜드/제품명: 【○○○】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업종: 【예: 화장품 제조·판매】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홈페이지: 【https://...】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네이버 블로그 아이디 / 인스타그램 핸들: 【...】 / 【@...】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컴플라이언스(표시·광고) 기준도 우리 업종에 맞게 다시 검토해서 반영해줘.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F5E9EC"/>
                </a:solidFill>
                <a:latin typeface="Consolas"/>
              </a:rPr>
              <a:t>브랜드 컬러는 로고 이미지를 참고해서 제안해줘.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7B6B"/>
                </a:solidFill>
                <a:latin typeface="맑은 고딕"/>
              </a:rPr>
              <a:t>Claude Code가 자료를 읽고 값을 제안한 뒤 반영합니다 — 큰 변경(컴플라이언스 기준, 색상) 전에는 확인을 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09728" cy="9326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36192"/>
            <a:ext cx="1600200" cy="402336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QUICK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35331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⚡ 5분 만에 내 회사 버전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755648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git clone부터 프롬프트 한 번으로 커스터마이징까지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22575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22575"/>
            <a:ext cx="109728" cy="932688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578607"/>
            <a:ext cx="1600200" cy="402336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78607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395727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일반 사용법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798063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콘텐츠를 만들고 게시하기까지의 기본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64990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64990"/>
            <a:ext cx="109728" cy="932688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621022"/>
            <a:ext cx="1600200" cy="402336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21022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43814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설정 완전정복 — 네이버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840478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가장 헷갈리는 부분: API가 왜 2개이고, 무엇에 쓰이며, 어떻게 동작하는지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07405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407405"/>
            <a:ext cx="109728" cy="932688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663437"/>
            <a:ext cx="1600200" cy="402336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663437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480557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내 회사에 맞게 커스터마이징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882893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이 저장소는 템플릿입니다 — Claude Code로 내 브랜드에 맞추는 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49820"/>
            <a:ext cx="111556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9820"/>
            <a:ext cx="109728" cy="932688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5705852"/>
            <a:ext cx="1600200" cy="402336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05852"/>
            <a:ext cx="1600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PART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5229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B2118"/>
                </a:solidFill>
                <a:latin typeface="맑은 고딕"/>
              </a:rPr>
              <a:t>부록 · FAQ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925308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자주 겪는 문제와 해결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2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0E3E8"/>
                </a:solidFill>
                <a:latin typeface="맑은 고딕"/>
              </a:rPr>
              <a:t>콘텐츠 작성부터 게시까지, 화면 흐름 그대로 따라갑니다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이 도구는 무엇을 하나요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28346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73152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118"/>
                </a:solidFill>
                <a:latin typeface="맑은 고딕"/>
              </a:rPr>
              <a:t>① 한 번 쓰고 네 채널로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담당자 메모 + 사진만 넣으면 네이버 블로그·인스타 캡션·X 스레드·쇼츠 자막을 AI가 한 번에 생성합니다.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28346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118"/>
                </a:solidFill>
                <a:latin typeface="맑은 고딕"/>
              </a:rPr>
              <a:t>② 컴플라이언스 자동 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업종에 맞는 표시·광고 규제 기준으로 모든 초안을 금기어 치환 + AI 법무 검토로 검수합니다.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54480"/>
            <a:ext cx="3611880" cy="28346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11880" cy="73152"/>
          </a:xfrm>
          <a:prstGeom prst="rect">
            <a:avLst/>
          </a:prstGeom>
          <a:solidFill>
            <a:srgbClr val="86C1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118"/>
                </a:solidFill>
                <a:latin typeface="맑은 고딕"/>
              </a:rPr>
              <a:t>③ 내 컴퓨터에만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클라우드 서버 없이 로컬 SQLite에 저장됩니다. API 키는 암호화되고, 데이터는 이 컴퓨터를 떠나지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8A7B6B"/>
                </a:solidFill>
                <a:latin typeface="맑은 고딕"/>
              </a:rPr>
              <a:t>이 저장소를 clone하면 예시로 구성된 브랜드 데이터(가상의 회사)가 이미 채워져 있습니다. Part 3에서 이를 여러분의 회사 정보로 바꾸는 방법을 다룹니다.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화면 구성과 콘텐츠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0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>
                    <a:solidFill>
                      <a:srgbClr val="7C1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>
                    <a:solidFill>
                      <a:srgbClr val="7C173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📊 대시보드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상태별 칸반, 저장소 사용량, 절약된 토큰, 콘텐츠 초기화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✍️ 워크벤치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메모·사진·본문 편집(좌) + 4채널 시뮬레이터(우), 초안 생성·수정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📰 뉴스 큐레이션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브랜드 키워드로 뉴스 검색 → 워크벤치로 전달 (무료, API 키 불필요)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🧵 브랜드 킷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페르소나·톤앤매너·핵심 팩트·용어집·SEO 키워드·금기어 사전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🚀 네이버 게시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반자동 게시(로그인 세션) · 수동 완료 처리 · 채널별 콘텐츠 조회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⚙️ 설정 · 토큰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LLM 벤더, 네이버 API 키 2종, SEO 키워드 새로 고르기·수치 유지, 사용량 — Part 2에서 상세히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57800"/>
            <a:ext cx="1874519" cy="777240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소재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5257800"/>
            <a:ext cx="1874519" cy="777240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생성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8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38" y="5257800"/>
            <a:ext cx="1874519" cy="777240"/>
          </a:xfrm>
          <a:prstGeom prst="round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38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초안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7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597" y="5257800"/>
            <a:ext cx="1874519" cy="77724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597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게시 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6" y="5257800"/>
            <a:ext cx="320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7B6B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6" y="5257800"/>
            <a:ext cx="1874519" cy="77724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6" y="5257800"/>
            <a:ext cx="187451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게시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워크벤치 — 새 콘텐츠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➕ 새 콘텐츠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빈 초안이 만들어집니다. 이미 아무것도 쓰지 않은 빈 초안이 있으면 새로 만들지 않고 재사용합니다.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514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587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담당자 메모 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98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'초안의 씨앗'입니다. 현장에서 있었던 일, 반응이 좋았던 포인트 등을 자유롭게 적습니다.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657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730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공지·제품 정보 입력 (해당 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41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날짜·가격·주문 방법처럼 AI가 지어내면 안 되는 정보는 별도 입력창에 채웁니다.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00600"/>
            <a:ext cx="502920" cy="105156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00600"/>
            <a:ext cx="502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800600"/>
            <a:ext cx="10652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사진 첨부 → 🪄 초안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84648"/>
            <a:ext cx="10287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네이버 본문·인스타 캡션·X 스레드·쇼츠 자막이 한 번에 생성됩니다.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생성 후 4개 탭(네이버/인스타/X/쇼츠)에서 직접 편집·복사할 수 있고, 우측 시뮬레이터로 실제 레이아웃을 미리 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1 · 일반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뉴스 큐레이션 &amp; 네이버 게시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224B"/>
                </a:solidFill>
                <a:latin typeface="맑은 고딕"/>
              </a:rPr>
              <a:t>📰 뉴스 큐레이션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브랜드 키워드로 관련 기사를 찾아 워크벤치로 전달합니다.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2B2118"/>
                </a:solidFill>
                <a:latin typeface="맑은 고딕"/>
              </a:rPr>
              <a:t>▪ Google 뉴스 RSS + 네이버 뉴스 검색 결과 페이지를 직접 조회합니다 — API 키가 필요 없고 완전 무료입니다.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뉴스 기반 글은 편집 방침상 본문 끝에 원문 링크가 자동으로 붙습니다.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6224B"/>
                </a:solidFill>
                <a:latin typeface="맑은 고딕"/>
              </a:rPr>
              <a:t>🚀 네이버 게시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네이버가 봇 게시를 막기 때문에 마지막 [발행]은 항상 사람이 직접 누릅니다.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반자동: 로그인 세션 저장 후 [지금 게시] → Chrome 창이 자동 입력 → 직접 [발행] 클릭.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수동: 직접 복사해 붙여넣었다면 [✅ 수동으로 완료]로 목록 정리.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11155680" cy="137160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게시 완료 후에도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인스타/X/쇼츠는 자동 게시가 없어 담당자가 직접 올려야 합니다. 네이버 게시 완료 탭의 [📄 콘텐츠 보기 (전체 채널)]에서 언제든 다시 조회·복사할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설정 완전정복 —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EE6F3"/>
                </a:solidFill>
                <a:latin typeface="맑은 고딕"/>
              </a:rPr>
              <a:t>가장 많이 헷갈리는 부분입니다. 왜 API가 2개인지, 각각 무엇에 쓰이는지 처음부터 설명합니다.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먼저, 이 앱이 네이버와 왜 통신하나요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A7B6B"/>
                </a:solidFill>
                <a:latin typeface="맑은 고딕"/>
              </a:rPr>
              <a:t>이 앱에서 '네이버'와 관련된 기능은 셋입니다 — 이 중 API 키가 필요한 것은 하나뿐입니다.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669280"/>
                <a:gridCol w="25603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무엇을 하나</a:t>
                      </a:r>
                    </a:p>
                  </a:txBody>
                  <a:tcPr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API 키 필요?</a:t>
                      </a:r>
                    </a:p>
                  </a:txBody>
                  <a:tcPr>
                    <a:solidFill>
                      <a:srgbClr val="2B4C8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📰 뉴스 큐레이션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네이버 뉴스 검색 결과 페이지를 직접 조회 (스크래핑)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❌ 불필요 · 완전 무료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🚀 네이버 게시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로그인 세션으로 브라우저를 자동 조작해 글을 입력 (Playwright)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❌ 불필요 · 세션 쿠키만 사용</a:t>
                      </a:r>
                    </a:p>
                  </a:txBody>
                  <a:tcPr marL="101600" marR="101600" marT="50800" marB="50800">
                    <a:solidFill>
                      <a:srgbClr val="F6F1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🔑 키워드 조사·경쟁도 분석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네이버가 공식 제공하는 데이터 API로 검색량·경쟁 문서 수를 조회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B2118"/>
                          </a:solidFill>
                          <a:latin typeface="맑은 고딕"/>
                        </a:rPr>
                        <a:t>✅ 필요 · 이번 파트의 주제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480560"/>
            <a:ext cx="11155680" cy="11887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4C8C"/>
                </a:solidFill>
                <a:latin typeface="맑은 고딕"/>
              </a:rPr>
              <a:t>즉, 이 API 키를 등록하지 않아도 앱의 핵심 기능(콘텐츠 생성·게시)은 그대로 동작합니다.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다만 '어떤 키워드로 써야 검색에 잘 걸릴지'를 데이터 기반으로 판단하려면 이 API가 필요합니다 — 없으면 감(brand_kit에 수동으로 적어둔 키워드)에 의존하게 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두 개의 서로 다른 네이버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이름이 둘 다 '네이버'라 헷갈리지만, 발급처·인증 방식·비용·용도가 전부 다른 별개의 서비스입니다.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40680" cy="393192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440680" cy="73152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1463040" cy="3657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유료 종량제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118"/>
                </a:solidFill>
                <a:latin typeface="맑은 고딕"/>
              </a:rPr>
              <a:t>① NAVER API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4983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발급처: console.ncloud.com (네이버 클라우드 플랫폼)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인증: Client ID / Client Secret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2B2118"/>
                </a:solidFill>
                <a:latin typeface="맑은 고딕"/>
              </a:rPr>
              <a:t>▪ 용도: 블로그·뉴스·카페 검색 + 검색어트렌드(Data Lab)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이 앱에서: 특정 키워드로 이미 올라온 블로그 글이 몇 개인지 세어 '경쟁도'를 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40680" cy="39319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440680" cy="73152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011680"/>
            <a:ext cx="146304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완전 무료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B2118"/>
                </a:solidFill>
                <a:latin typeface="맑은 고딕"/>
              </a:rPr>
              <a:t>② 검색광고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4983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발급처: searchad.naver.com (네이버 검색광고 광고주센터)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인증: CUSTOMER_ID / 액세스라이선스 / 비밀키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2B2118"/>
                </a:solidFill>
                <a:latin typeface="맑은 고딕"/>
              </a:rPr>
              <a:t>▪ 용도: 정확한 월간 검색량 + 연관키워드 대량 발굴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2B2118"/>
                </a:solidFill>
                <a:latin typeface="맑은 고딕"/>
              </a:rPr>
              <a:t>▪ 이 앱에서: 후보 키워드를 찾고, 각각 한 달에 몇 번 검색되는지 조회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① NAVER API HUB — 발급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console.ncloud.com 로그인 (네이버 클라우드 플랫폼 계정 — 없으면 새로 가입)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2996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Menu &gt; All Services &gt; Application Services &gt; NAVER API HUB &gt; Subscription → 약관 동의 (결제수단 등록 필요)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7860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Application &gt; [Application 등록] — API 카테고리에서 검색(블로그·뉴스·카페)과 Data Lab을 모두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2724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목록에서 [인증 정보] → X-NCP-APIGW-API-KEY-ID(Client ID), X-NCP-APIGW-API-KEY(Client Secret) 복사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758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[한도 및 알림]에서 일·월 상한과 70%/90% 알림 설정 (권장)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11155680" cy="7315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⚠️ developers.naver.com의 키는 여기서 동작하지 않습니다 (인증 헤더 이름이 다름). 반드시 위 절차로 새로 발급받아야 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3095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💡 "요청한 API가 이 Application에서 활성화되어 있지 않습니다" 오류 → 구독은 됐지만 3번의 API 선택이 빠진 것입니다. 콘솔에서 해당 Application의 햄버거 버튼 &gt; [Application 수정]에서 검색·Data Lab을 체크하세요.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① NAVER API HUB — 실제로 어떻게 쓰이나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이 키는 '경쟁도 조사' 한 곳에만 쓰입니다 — 특정 키워드로 검색했을 때 블로그 문서가 몇 개나 이미 있는지 셉니다.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 b="0">
                <a:solidFill>
                  <a:srgbClr val="2B2118"/>
                </a:solidFill>
                <a:latin typeface="맑은 고딕"/>
              </a:rPr>
              <a:t>▪ 문서 수가 많을수록 그 키워드로 쓴 글이 검색 상위에 오르기 어렵다는 뜻 — 그래서 '경쟁도'입니다.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 b="1">
                <a:solidFill>
                  <a:srgbClr val="2B2118"/>
                </a:solidFill>
                <a:latin typeface="맑은 고딕"/>
              </a:rPr>
              <a:t>▪ 호출 1번 = 키워드 1개 조사. 유료 종량제라, ⚙️ 설정 화면에 등록한 일일 호출 상한(기본 500회)을 이 앱이 스스로 방어선으로 지킵니다 — 상한 도달 시 호출 자체를 보내지 않고 차단합니다.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300" b="0">
                <a:solidFill>
                  <a:srgbClr val="2B2118"/>
                </a:solidFill>
                <a:latin typeface="맑은 고딕"/>
              </a:rPr>
              <a:t>▪ 네이버 콘솔의 [한도 및 알림]은 별개의 안전장치이니 함께 걸어두는 것을 권장합니다.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11155680" cy="182880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4C8C"/>
                </a:solidFill>
                <a:latin typeface="맑은 고딕"/>
              </a:rPr>
              <a:t>🔁 한 번 조사한 키워드는 30일간 캐시됩니다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같은 키워드를 다시 조회해도 캐시가 살아있는 동안은 호출이 나가지 않아 비용이 들지 않습니다. 이 유효기간을 지나면(DOCUMENT_CACHE_DAYS = 30일) '경쟁도 측정이 만료'되었다는 경고가 뜨고, 만료된 키워드는 전환 가중치 없이 순위가 매겨집니다 — ⚙️ 설정에서 [🔄 숫자만 새로 재기]로 갱신하세요.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② 검색광고 API — 발급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searchad.naver.com 회원가입 — 개인 광고주·개인사업자·법인 모두 가능, 광고 집행 불필요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2996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로그인 후 우측 상단 [광고시스템] 클릭 → manage.searchad.naver.com으로 진입 (메인 화면엔 '도구' 탭이 없음)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7860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상단 도구 &gt; API 사용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2724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[네이버 검색광고 API 서비스 신청] 버튼 클릭 — 심사·승인 없이 약관 동의만으로 즉시 발급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457200" cy="457200"/>
          </a:xfrm>
          <a:prstGeom prst="round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758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8"/>
                </a:solidFill>
                <a:latin typeface="맑은 고딕"/>
              </a:rPr>
              <a:t>CUSTOMER_ID(7자리 숫자) · 액세스라이선스(01000000...) · 비밀키(AQAAAA...) 세 값 복사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11155680" cy="73152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622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💡 계정 책임자(마스터) 계정으로 로그인해야 보입니다. 운영관리 권한만 위임받은 계정에서는 키가 표시되지 않습니다.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💡 3번에 들어갔는데 키가 안 보인다면 아직 서비스 신청 전입니다 — 4번의 신청 버튼을 먼저 눌러야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② 검색광고 API — 실제로 어떻게 쓰이나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이 키는 '얼마나 검색되는가'를 알려주는 두 가지 조회에 쓰입니다.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4C8C"/>
                </a:solidFill>
                <a:latin typeface="맑은 고딕"/>
              </a:rPr>
              <a:t>정확한 월간 검색량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983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특정 키워드가 PC·모바일에서 한 달에 몇 번 검색되는지 정확한 숫자를 알려줍니다. 네이버는 10회 미만은 전부 '10'으로 뭉뚱그려 반환합니다 — 그 이하는 '적다'가 아니라 사실상 측정 불가로 취급합니다.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4C8C"/>
                </a:solidFill>
                <a:latin typeface="맑은 고딕"/>
              </a:rPr>
              <a:t>연관키워드 발굴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씨앗 키워드 하나를 주면 네이버 광고주들이 실제로 입찰하는 관련 검색어를 대량으로 돌려줍니다. ⚙️ 설정의 [🔎 후보 찾기] 버튼이 이 기능을 씁니다 — 이 단계는 무료라 몇 번을 눌러도 비용이 들지 않습니다.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B4C8C"/>
                </a:solidFill>
                <a:latin typeface="맑은 고딕"/>
              </a:rPr>
              <a:t>이 API는 완전 무료이고 위 ①의 일일 상한과도 무관합니다 — 검색량 조회·연관키워드 발굴은 몇 번을 눌러도 과금되지 않습니다. 비용이 발생하는 지점은 오직 ①(경쟁도 조사)뿐입니다.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두 API가 함께 도는 곳 — SEO 키워드 새로 고르기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7B6B"/>
                </a:solidFill>
                <a:latin typeface="맑은 고딕"/>
              </a:rPr>
              <a:t>⚙️ 설정 → 🔑 SEO 키워드 새로 고르기의 4단계 각각이 어느 API를 쓰는지 표시했습니다. 4단계 [적용]이 곧 브랜드 킷 SEO 키워드 교체입니다.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1. 후보 찾기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084832"/>
            <a:ext cx="1920240" cy="38404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08483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검색광고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56816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씨앗 키워드로 연관검색어를 대량 발굴, 검색량 구간으로 필터링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16352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16352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077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2. 경쟁도 조사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3072384"/>
            <a:ext cx="1920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072384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NAVER API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944368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후보마다 블로그 문서 수를 세어 '얼마나 치열한지' 측정 — 유일하게 비용이 드는 단계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03904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953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3. 브랜드 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059936"/>
            <a:ext cx="1920240" cy="384048"/>
          </a:xfrm>
          <a:prstGeom prst="roundRect">
            <a:avLst/>
          </a:prstGeom>
          <a:solidFill>
            <a:srgbClr val="8A7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059936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API 미사용 (LLM)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31920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이 브랜드에 맞는 키워드인지 AI가 판정 — 네이버 API를 부르지 않음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91456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791456"/>
            <a:ext cx="109728" cy="9144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828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4. 적용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5047488"/>
            <a:ext cx="1920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5047488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NAVER API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919472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승인 시 브랜드 킷에 반영 + 최종 측정까지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7B6B"/>
                </a:solidFill>
                <a:latin typeface="맑은 고딕"/>
              </a:rPr>
              <a:t>평소 달에는 [🔄 숫자만 새로 재기] 하나로 충분 — 만료된 키워드만 다시 측정하고 나머지는 캐시(호출 0)를 씁니다.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캐시와 비용 절감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조회한 모든 키워드 지표는 DB의 keyword_cache 테이블에 30일간 저장됩니다.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같은 키워드를 다시 조사하면 캐시가 살아있는 동안은 호출 없이 저장된 값을 그대로 돌려줍니다.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1">
                <a:solidFill>
                  <a:srgbClr val="2B2118"/>
                </a:solidFill>
                <a:latin typeface="맑은 고딕"/>
              </a:rPr>
              <a:t>▪ 모든 실제 호출은 naver_api_calls 테이블에 기록되어, 일일 상한을 넘기 전에 앱이 스스로 요청을 차단합니다 — 청구서를 받고서야 아는 방식이 아닙니다.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⚙️ 설정 → 네이버 API 탭에서 오늘 호출 수·남은 호출·캐시된 키워드 수를 실시간으로 확인할 수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14800"/>
            <a:ext cx="11155680" cy="201168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7939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⚠️ 만료는 조용히 일어납니다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81728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118"/>
                </a:solidFill>
                <a:latin typeface="맑은 고딕"/>
              </a:rPr>
              <a:t>캐시가 만료되면 에러가 나거나 앱이 멈추지 않습니다 — 대신 '전환 가중치'(이 키워드로 온 방문자가 얼마나 가치 있는지)가 조용히 꺼지고, 단순히 '초안에 몇 번 등장했는지'로만 키워드 순위가 매겨집니다. 브랜드 킷과 설정 화면에 경고 문구가 뜨니, 보이면 [🔄 숫자만 새로 재기]를 눌러주세요.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2 · 네이버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자주 겪는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"요청한 API가 이 Application에서 활성화되어 있지 않습니다"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NAVER API HUB 콘솔 → 해당 Application &gt; [Application 수정]에서 검색·Data Lab을 체크하세요.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04872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78024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검색광고 API 사용 관리에 키가 안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계정 책임자(마스터) 계정으로 로그인했는지, 서비스 신청(4단계)을 먼저 완료했는지 확인하세요.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92424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6557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'경쟁도 측정이 만료' 경고가 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31336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⚙️ 설정 → 🔄 키워드 수치 유지 → [🔄 숫자만 새로 재기]를 누르세요. 캐시가 살아있는 값은 재과금되지 않습니다.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9976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531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오늘 호출 상한을 넘었다는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188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정상 동작입니다 — 청구 방지를 위한 방어선입니다. 다음 날 자동으로 초기화되거나, ⚙️ 설정에서 일일 상한을 올릴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67528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developers.naver.com에서 발급받은 키를 넣었는데 실패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그 키는 이 앱과 호환되지 않습니다 (인증 헤더가 다른 별개 서비스). console.ncloud.com에서 새로 발급하세요.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내 회사에 맞게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EE6F3"/>
                </a:solidFill>
                <a:latin typeface="맑은 고딕"/>
              </a:rPr>
              <a:t>이 저장소는 템플릿입니다 — 지금 보이는 예시 브랜드 데이터를 여러분의 회사 정보로 바꿀 수 있습니다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이 저장소는 템플릿입니다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clone 직후에는 예시 브랜드(가상의 한 회사)로 이미 세팅되어 있습니다 — core/brand_seed.py 한 파일에 그 값들이 모여 있습니다.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0">
                <a:solidFill>
                  <a:srgbClr val="2B2118"/>
                </a:solidFill>
                <a:latin typeface="맑은 고딕"/>
              </a:rPr>
              <a:t>▪ 이 예시는 앱이 실제로 어떻게 동작해야 하는지 보여주는 참고 구현일 뿐, 여러분의 회사와는 무관합니다.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50" b="1">
                <a:solidFill>
                  <a:srgbClr val="2B2118"/>
                </a:solidFill>
                <a:latin typeface="맑은 고딕"/>
              </a:rPr>
              <a:t>▪ 코드 구조(파이프라인, DB 스키마, 화면 로직)는 그대로 두고, 회사 관련 '값'만 교체하면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23774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4C8C"/>
                </a:solidFill>
                <a:latin typeface="맑은 고딕"/>
              </a:rPr>
              <a:t>📄 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B2118"/>
                </a:solidFill>
                <a:latin typeface="맑은 고딕"/>
              </a:rPr>
              <a:t>저장소 루트의 CLAUDE.md 파일이 이 커스터마이징 절차 전체를 담고 있습니다. Claude Code(또는 다른 AI 코딩 에이전트)가 이 파일을 자동으로 읽고 그대로 따라갈 수 있도록 어떤 파일의 어떤 값을 바꿔야 하는지 정확한 파일 경로와 함께 정리해 두었습니다.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Claude Code로 커스터마이징하는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463040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① 저장소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96596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git clone &lt;이 저장소 주소&gt; 로 내려받고, 안내에 따라 의존성을 설치합니다.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33472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33472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633472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724912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② 회사 자료 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36392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회사소개서, 웹사이트, SNS 정보, 로고 이미지 등을 폴더에 모으거나 Claude Code와의 대화로 전달할 준비를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03904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03904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803904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895344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③ Claude Code에게 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06824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"CLAUDE.md를 참고해서 내 회사에 맞게 세팅해줘" 라고 요청합니다. 회사 자료를 함께 전달하세요.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74336"/>
            <a:ext cx="594360" cy="105156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74336"/>
            <a:ext cx="594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974336"/>
            <a:ext cx="105613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065776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④ 결과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77256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7B6B"/>
                </a:solidFill>
                <a:latin typeface="맑은 고딕"/>
              </a:rPr>
              <a:t>🧵 브랜드 킷 화면에서 값이 잘 반영됐는지 확인하고, ⚙️ 설정에서 API 키를 직접 등록합니다.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무엇이 바뀌나 — 필수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23774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73152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① 브랜드 정체성·목소리·SEO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회사명·페르소나·핵심 팩트·용어집·SEO 키워드 — core/brand_seed.py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2377440"/>
          </a:xfrm>
          <a:prstGeom prst="rect">
            <a:avLst/>
          </a:prstGeom>
          <a:solidFill>
            <a:srgbClr val="F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② 컴플라이언스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업종에 맞는 표시·광고 법 조항으로 검수 기준 교체 — ai_workers/guardrail.py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54480"/>
            <a:ext cx="3611880" cy="2377440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118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B2118"/>
                </a:solidFill>
                <a:latin typeface="맑은 고딕"/>
              </a:rPr>
              <a:t>③ 브랜드 컬러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core/brand_seed.py 의 BRAND_COLORS 한 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118"/>
                </a:solidFill>
                <a:latin typeface="맑은 고딕"/>
              </a:rPr>
              <a:t>선택 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화면 예시 문구, 시뮬레이터 기본 표시 이름, 공지/제품 입력 필드 구성 — 업종이 많이 다를 때만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2B2118"/>
                </a:solidFill>
                <a:latin typeface="맑은 고딕"/>
              </a:rPr>
              <a:t>▪ SEO 임계값(사업 축 개수, 경쟁 문서 상한, 최대 검색량) — 사업 규모에 맞게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맑은 고딕"/>
              </a:rPr>
              <a:t>PART 3 ·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주의할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API 키는 화면에서 직접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LLM·네이버 API 키는 Claude Code가 파일에 적어 넣지 않습니다. ⚙️ 설정 화면에서 사용자가 직접 입력해야 암호화되어 저장됩니다.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자료에 없는 사실은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core_facts·가격·인증 건수 등은 실제 회사 자료에서만 뽑아야 합니다. 이 값들의 충실도가 이후 SEO·컴플라이언스 판정 품질을 그대로 좌우합니다.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data/ 폴더 재시딩 함정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앱을 이미 한 번 실행했다면 브랜드 킷이 예시 데이터로 채워진 상태입니다. core/brand_seed.py만 고쳐서는 반영되지 않으니, data/ 폴더를 삭제하고 재시작하거나 스크립트로 직접 반영해야 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46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46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B2118"/>
                </a:solidFill>
                <a:latin typeface="맑은 고딕"/>
              </a:rPr>
              <a:t>컴플라이언스 기준은 법무 검토 권장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2180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7B6B"/>
                </a:solidFill>
                <a:latin typeface="맑은 고딕"/>
              </a:rPr>
              <a:t>Claude Code가 초안을 작성해도, 실제 서비스 전에는 사람이 한 번 더 확인하는 것이 안전합니다.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2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부록 ·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0E3E8"/>
                </a:solidFill>
                <a:latin typeface="맑은 고딕"/>
              </a:rPr>
              <a:t>일반 사용 중 자주 나오는 질문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1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A62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6224B"/>
                </a:solidFill>
                <a:latin typeface="맑은 고딕"/>
              </a:rPr>
              <a:t>PART 4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일반 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OSMU 콘텐츠 워크벤치 · 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7B6B"/>
                </a:solidFill>
                <a:latin typeface="맑은 고딕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기본 생성 모델이 지정되지 않았다는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⚙️ 설정 → LLM 벤더 카드에서 [연결 테스트 · 저장]을 눌러 그 벤더를 기본으로 지정하세요. 연결 테스트 성공 시 자동으로 지정됩니다.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게시 완료인데 인스타/X 내용이 안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🚀 네이버 게시 → 게시 완료 탭 → 해당 카드의 [📄 콘텐츠 보기 (전체 채널)]를 펼치세요.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사진을 여러 번 올렸는데 분석 비용이 안 늘어남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정상입니다 — 같은 사진(내용 해시 기준)은 평생 한 번만 분석되고, 이후 재사용은 토큰 0입니다.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4632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1947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1738"/>
                </a:solidFill>
                <a:latin typeface="맑은 고딕"/>
              </a:rPr>
              <a:t>Q. 네이버 게시가 자동으로 [발행]까지 안 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118"/>
                </a:solidFill>
                <a:latin typeface="맑은 고딕"/>
              </a:rPr>
              <a:t>A. 의도된 동작입니다. 네이버가 봇의 최종 발행을 차단하기 때문에 마지막 클릭은 항상 사람이 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더 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참고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0E3E8"/>
                </a:solidFill>
                <a:latin typeface="맑은 고딕"/>
              </a:rPr>
              <a:t>▪ README.md — 아키텍처와 설계 이유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0E3E8"/>
                </a:solidFill>
                <a:latin typeface="맑은 고딕"/>
              </a:rPr>
              <a:t>▪ CLAUDE.md — 내 회사에 맞게 커스터마이징하는 전체 절차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0E3E8"/>
                </a:solidFill>
                <a:latin typeface="맑은 고딕"/>
              </a:rPr>
              <a:t>▪ views/06_settings.py — 이 문서의 네이버 API 설명이 나온 실제 화면 코드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
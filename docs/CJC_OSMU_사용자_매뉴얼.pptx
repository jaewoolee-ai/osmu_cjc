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SEO 키워드 고르기·유지,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python flet_app/main.py (또는 빌드된 Windows 실행 파일)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설치와 초기 설정 — setup.exe ·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설치 프로그램으로 설치하고, LLM 1개 + 네이버 API 2개를 한 번만 등록합니다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SEO 키워드 새로 고르기와 수치 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씨앗→발굴→측정→판정→적용, 그리고 30일마다 숫자 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SEO 키워드 새로 고르기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대상 킷 선택 → 씨앗(🪄 추천) → 1~4단계. 4단계 [적용]이 곧 그 킷의 SEO 키워드 교체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처음 1회 · 이후 분기 1회 (30분)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🔄 키워드 수치 유지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 — 목록은 그대로, 만료된 수치만 다시 측정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30일마다 (5분)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SEO 키워드 새로 고르기와 수치 유지뿐입니다.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설치와 초기 설정 ·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setup.exe로 설치하기 — 업데이트도 같은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최신 설치 파일 받기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github.com/JaewooLee-AI/OSMU_cjc/releases/latest 에서 OSMU-CJC-Setup-v0.1.N.zip을 받습니다. (카카오톡으로 받아도 같은 파일입니다)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13432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13432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13432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38658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압축 풀고 setup.exe 실행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97480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zip 안에는 설치 파일 하나만 있습니다. 'Windows의 PC 보호' 화면이 뜨면 [추가 정보] → [실행]을 누르세요 (서명 인증서가 없는 설치 파일이라 처음에 한 번 뜹니다).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55264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55264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255264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관리자 승인 →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39312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C:\Program Files\OSMU CJC 에 설치되고, 바탕화면과 시작 메뉴에 '씨제이씨협동조합 OSMU 워크벤치' 아이콘이 생깁니다.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197096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197096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197096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27024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업데이트도 똑같이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581144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새 버전의 setup.exe를 실행하면 같은 자리에 덮어씁니다. 켜져 있는 앱은 자동으로 닫힙니다. '설치된 앱' 목록에는 항상 하나만 남습니다.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21208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3262B"/>
                </a:solidFill>
                <a:latin typeface="맑은 고딕"/>
              </a:rPr>
              <a:t>데이터는 설치 폴더가 아니라 %APPDATA%\OSMU_CJC 에 있습니다 — 브랜드 킷·글·사진·API 키·네이버 로그인이 재설치·업데이트·제거 후에도 그대로 남습니다. 예전 zip(폴더째 실행) 버전을 쓰던 PC는 그 폴더를 지우고 setup.exe로 설치하면 같은 데이터로 이어집니다.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SEO 키워드 새로 고르기와 🔄 수치 유지가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[1~4단계]·[숫자만 새로 재기]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평소엔 직접 조회라 무료, 막히면 API HUB로 자동 전환(유료)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순간 고른 킷의 SEO 키워드가 바뀝니다 + 새 키워드 측정까지 완료 — 따로 할 일 없음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입력 → 1단계 · 후보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288874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2812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위 🔑 새로 고르기(씨앗→1~4단계), 아래 🔄 수치 유지 — 처음엔 [1단계]부터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2666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2_stage1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1단계 실행 후 — 후보 507개 발견, [2단계] 버튼이 새로 나타남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무료 단계입니다 — 눌러도 과금되지 않습니다. 씨앗은 브랜드 이름이 아니라 실제 검색어여야 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2단계 · 경쟁도 조사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7980" y="1626108"/>
            <a:ext cx="6477000" cy="438671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3_stage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664208"/>
            <a:ext cx="6400800" cy="4310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3716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키워드별 검색량 · 경쟁 문서 수 · 점수가 표로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검색량이 높고 점수가 낮을수록(경쟁이 약할수록) 좋은 키워드입니다.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이 단계가 유일하게 유료 API HUB 호출을 씁니다.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표 아래로 스크롤하면 [3단계] 버튼이 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3단계 · 브랜드 판정 → 4단계 ·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75894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4_stage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996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AI가 구매 직결/잠재 고객/사업 부문별로 분류 — '='는 기존 유지, '+'는 신규 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36098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5_stage34_ap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98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제외된 키워드는 체크박스로 되살릴 수 있음 — [4단계 · 적용]을 눌러야 실제로 반영됨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여기서 [4단계 · 적용]을 누르기 전까지는 고른 킷의 SEO 키워드가 전혀 바뀌지 않습니다. 결과는 그 킷에만 반영됩니다.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🔄 키워드 수치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30일마다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30일마다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 4단계 [적용] 직후에는 누를 필요가 없습니다(버튼이 '전부 최신 · 0회'로 잠겨 있음).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🔑 SEO 키워드 새로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 → 🧵 킷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만들어집니다(빈 초안이 있으면 재사용). 맨 위에서 이 글의 사업 분야 킷을 고르세요 — 다른 분야 킷을 고르면 그 분야 내용이 섞입니다.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SNS 자동 검증 &amp; 다시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초안 생성 직후 인스타·X·쇼츠·발행 태그는 길이·해시태그·인증 표현을 자동으로 점검·정리합니다.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📸 인스타그램 · 🐦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'더보기' 전 노출 범위(앞 125자·최대 2줄) 초과 시 경고, 해시태그는 8~15개로 자동 보정.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X는 한글 1자를 2로 세는 실제 기준(최대 280)으로 자동 분할 — 시뮬레이터도 같은 기준.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🎬 쇼츠 · 🏷️ 발행 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컷 자막이 20자를 넘으면 경고하고, 제목에는 #shorts를 자동으로 붙입니다.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발행 태그는 7~12개로 정리하고, 모자라면 이 글의 타깃 키워드로 채웁니다.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118872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📣 본문을 고친 뒤에는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인스타·X·쇼츠·발행 태그는 '수정 전 본문 기준'으로 표시됩니다 — 워크벤치의 [📣 SNS 3채널 다시 만들기]를 눌러 최신 본문에 맞게 다시 만드세요. 인증 범위를 넘겨 쓴 문장은 자동 삭제되고, 맞춤법은 세 채널을 한 번에 교정합니다.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위에서 고른 킷의 SEO 키워드로 관련 기사를 찾아 [워크벤치로 전달]합니다. 전달한 글도 그 킷으로 연결됩니다.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조회가 기본입니다. 조회가 막히면 등록된 네이버 API HUB 키로 자동 전환되고(유료), 오늘 호출에 집계됩니다.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 아래쪽 '회사 공통'의 '네이버 블로그 아이디'를 고치세요. 카드마다 어느 킷으로 쓴 글인지 표시됩니다.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사업 분야별로 여러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🧵 킷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[➕ 새 킷 만들기](맨 위 '기본' 킷 복사) · 📄 복제 · 이름 변경 · 🗑️ 삭제(아래 '삭제한 킷'에서 되살리기). 개수 제한 없음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업종·페르소나·톤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킷의 사업 분야와 말투. 킷마다 따로 저장 ([킷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글과 관련 있을 때만 0~2개 인용(최근 글과 반복 안 함).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용어집·모드·샘플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표기 통일 + 교정 보호 / 기본 콘텐츠 모드 / 우수 포스팅 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SEO 키워드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 분야의 키워드만. 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회사 공통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조합명·키노피스·홈페이지·블로그 ID·인스타 + 🛡️ 가드레일 + 🚫 금기어 사전 — 모든 킷에 적용 ([회사 공통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만큼만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[1~4단계]·[숫자만 새로 재기]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%APPDATA%\OSMU_CJC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있습니다(앱을 제거해도 남는 이유).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4단계 적용 후에 [숫자만 새로 재기]를 또 눌러야 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아니요. 4단계 [적용]이 곧 SEO 키워드 교체이고, 새 키워드 측정까지 같이 끝냅니다. 숫자 재기는 30일 뒤 만료 경고가 뜰 때만.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킷 값은 [킷 저장], 계정·금기어는 [회사 공통 저장]을 눌렀는지, 워크벤치에서 그 킷을 골랐는지 확인하세요. 저장은 다음 생성부터 반영됩니다.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
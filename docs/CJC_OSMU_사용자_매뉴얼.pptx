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SEO 키워드 고르기·유지,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python flet_app/main.py (또는 빌드된 Windows 실행 파일)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초기 설정 —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LLM 1개 + 네이버 API 2개. 한 번만 하면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SEO 키워드 새로 고르기와 수치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씨앗→발굴→측정→판정→적용, 그리고 30일마다 숫자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SEO 키워드 새로 고르기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씨앗(🪄 추천) → 1~4단계. 4단계 [적용]이 곧 브랜드 킷 SEO 키워드 교체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처음 1회 · 이후 분기 1회 (30분)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🔄 키워드 수치 유지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 — 목록은 그대로, 만료된 수치만 다시 측정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30일마다 (5분)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SEO 키워드 새로 고르기와 수치 유지뿐입니다.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SEO 키워드 새로 고르기와 🔄 수치 유지가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[1~4단계]·[숫자만 새로 재기]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평소엔 직접 조회라 무료, 막히면 API HUB로 자동 전환(유료)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순간 브랜드 킷 SEO 키워드가 바뀝니다 + 새 키워드 측정까지 완료 — 따로 할 일 없음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288874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2812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위 🔑 새로 고르기(씨앗→1~4단계), 아래 🔄 수치 유지 — 처음엔 [1단계]부터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브랜드 킷의 SEO 키워드가 전혀 바뀌지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🔄 키워드 수치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30일마다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30일마다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 4단계 [적용] 직후에는 누를 필요가 없습니다(버튼이 '전부 최신 · 0회'로 잠겨 있음).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🔑 SEO 키워드 새로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만들어집니다. 빈 초안이 이미 있으면 새로 만들지 않고 재사용합니다.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SNS 자동 검증 &amp; 다시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초안 생성 직후 인스타·X·쇼츠·발행 태그는 길이·해시태그·인증 표현을 자동으로 점검·정리합니다.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📸 인스타그램 · 🐦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'더보기' 전 노출 범위(앞 125자·최대 2줄) 초과 시 경고, 해시태그는 8~15개로 자동 보정.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X는 한글 1자를 2로 세는 실제 기준(최대 280)으로 자동 분할 — 시뮬레이터도 같은 기준.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4068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🎬 쇼츠 · 🏷️ 발행 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컷 자막이 20자를 넘으면 경고하고, 제목에는 #shorts를 자동으로 붙입니다.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발행 태그는 7~12개로 정리하고, 모자라면 이 글의 타깃 키워드로 채웁니다.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11155680" cy="118872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📣 본문을 고친 뒤에는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인스타·X·쇼츠·발행 태그는 '수정 전 본문 기준'으로 표시됩니다 — 워크벤치의 [📣 SNS 3채널 다시 만들기]를 눌러 최신 본문에 맞게 다시 만드세요. 인증 범위를 넘겨 쓴 문장은 자동 삭제되고, 맞춤법은 세 채널을 한 번에 교정합니다.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키워드로 관련 기사를 찾아 [워크벤치로 전달]합니다.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조회가 기본입니다. 조회가 막히면 등록된 네이버 API HUB 키로 자동 전환되고(유료), 오늘 호출에 집계됩니다.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킷의 '네이버 블로그 아이디'를 고치세요.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AI의 두뇌를 직접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기업·채널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조합명·키노피스·업종·홈페이지·블로그 ID — 글의 톤과 게시 대상에 반영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🛡️ 가드레일 토글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끄면 검수 없이 발행. 끌 이유는 거의 없음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🏭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이 글과 관련 있을 때만 0~2개 인용(최근 글과 반복 안 함).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📖 용어집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키노피스·ATUM 등 표기 통일 + 교정 보호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🎚️ 기본 콘텐츠 모드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따로 지정 안 한 글의 기본값 (검색 최적화 ↔ 내용 우선)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🔍 SEO 키워드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🚫 금기어 사전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발행 전 100% 자동 치환되는 치료·완치 표현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만큼만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[1~4단계]·[숫자만 새로 재기]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data/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4단계 적용 후에 [숫자만 새로 재기]를 또 눌러야 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아니요. 4단계 [적용]이 곧 SEO 키워드 교체이고, 새 키워드 측정까지 같이 끝냅니다. 숫자 재기는 30일 뒤 만료 경고가 뜰 때만.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🧵 브랜드 킷 하단 [저장]을 눌렀는지 확인하세요. 저장은 즉시 모든 생성에 반영됩니다.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
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설치와 초기 설정 — setup.exe ·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설치 프로그램으로 설치하고, LLM 1개 + 네이버 API 2개를 한 번만 등록합니다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대상 킷 선택 → 씨앗(🪄 추천) → 1~4단계. 4단계 [적용]이 곧 그 킷의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설치와 초기 설정 ·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setup.exe로 설치하기 — 업데이트도 같은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최신 설치 파일 받기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github.com/JaewooLee-AI/OSMU_cjc/releases/latest 에서 OSMU-CJC-Setup-v0.1.N.zip을 받습니다. (카카오톡으로 받아도 같은 파일입니다)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13432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13432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38658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압축 풀고 setup.exe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97480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zip 안에는 설치 파일 하나만 있습니다. 'Windows의 PC 보호' 화면이 뜨면 [추가 정보] → [실행]을 누르세요 (서명 인증서가 없는 설치 파일이라 처음에 한 번 뜹니다).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55264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55264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관리자 승인 →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39312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C:\Program Files\OSMU CJC 에 설치되고, 바탕화면과 시작 메뉴에 '씨제이씨협동조합 OSMU 워크벤치' 아이콘이 생깁니다.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197096"/>
            <a:ext cx="502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197096"/>
            <a:ext cx="106527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27024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업데이트도 똑같이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581144"/>
            <a:ext cx="10287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새 버전의 setup.exe를 실행하면 같은 자리에 덮어씁니다. 켜져 있는 앱은 자동으로 닫힙니다. '설치된 앱' 목록에는 항상 하나만 남습니다.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3262B"/>
                </a:solidFill>
                <a:latin typeface="맑은 고딕"/>
              </a:rPr>
              <a:t>데이터는 설치 폴더가 아니라 %APPDATA%\OSMU_CJC 에 있습니다 — 브랜드 킷·글·사진·API 키·네이버 로그인이 재설치·업데이트·제거 후에도 그대로 남습니다. 예전 zip(폴더째 실행) 버전을 쓰던 PC는 그 폴더를 지우고 setup.exe로 설치하면 같은 데이터로 이어집니다.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고른 킷의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먼저 '키워드 작업 대상 킷'을 고릅니다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7025640" cy="384764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0_target_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6949440" cy="37714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⚙️ 설정 → 🔍 네이버 API → 🧵 키워드 작업 대상 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브랜드 킷이 여러 개면, 키워드 작업 전에 어느 킷의 키워드를 고칠지 고릅니다.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아래 '새로 고르기 1~4단계'·'사업 분야 추가'·'수치 유지'·'진단'이 모두 고른 킷에만 반영됩니다.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진행 중인 단계도 킷마다 따로 기억합니다 — 다른 킷으로 바꿨다 돌아와도 이어서 할 수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검색량·문서 수 측정값은 킷끼리 함께 써서, 같은 키워드에 호출이 두 번 나가지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고른 킷의 SEO 키워드가 전혀 바뀌지 않습니다. 결과는 그 킷에만 반영됩니다.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 → 🧵 킷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만들어집니다(빈 초안이 있으면 재사용). 맨 위에서 이 글의 사업 분야 킷을 고르세요 — 다른 분야 킷을 고르면 그 분야 내용이 섞입니다.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위에서 고른 킷의 SEO 키워드로 관련 기사를 찾아 [워크벤치로 전달]합니다. 전달한 글도 그 킷으로 연결됩니다.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 아래쪽 '회사 공통'의 '네이버 블로그 아이디'를 고치세요. 카드마다 어느 킷으로 쓴 글인지 표시됩니다.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사업 분야별로 여러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🧵 킷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[➕ 새 킷 만들기](맨 위 '기본' 킷 복사) · 📄 복제 · 이름 변경 · 🗑️ 삭제(아래 '삭제한 킷'에서 되살리기). 개수 제한 없음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업종·페르소나·톤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킷의 사업 분야와 말투. 킷마다 따로 저장 ([킷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용어집·모드·샘플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표기 통일 + 교정 보호 / 기본 콘텐츠 모드 / 우수 포스팅 샘플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✏️ 킷 편집 — SEO 키워드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킷 분야의 키워드만. 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회사 공통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조합명·키노피스·홈페이지·블로그 ID·인스타 + 🛡️ 가드레일 + 🚫 금기어 사전 — 모든 킷에 적용 ([회사 공통 저장])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%APPDATA%\OSMU_CJC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있습니다(앱을 제거해도 남는 이유).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킷 값은 [킷 저장], 계정·금기어는 [회사 공통 저장]을 눌렀는지, 워크벤치에서 그 킷을 골랐는지 확인하세요. 저장은 다음 생성부터 반영됩니다.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
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설치와 초기 설정 — setup.exe ·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설치 프로그램으로 설치하고, LLM 1개 + 네이버 API 2개를 한 번만 등록합니다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대상 킷 선택 → 씨앗(🪄 추천) → 1~4단계. 4단계 [적용]이 곧 그 킷의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설치와 초기 설정 ·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setup.exe로 설치하기 — 업데이트도 같은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최신 설치 파일 받기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github.com/JaewooLee-AI/OSMU_cjc/releases/latest 에서 OSMU-CJC-Setup-v0.1.N.zip을 받습니다. (카카오톡으로 받아도 같은 파일입니다)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13432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38658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압축 풀고 setup.exe 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97480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zip 안에는 설치 파일 하나만 있습니다. 'Windows의 PC 보호' 화면이 뜨면 [추가 정보] → [실행]을 누르세요 (서명 인증서가 없는 설치 파일이라 처음에 한 번 뜹니다).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255264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관리자 승인 →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39312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C:\Program Files\OSMU CJC 에 설치되고, 바탕화면과 시작 메뉴에 '씨제이씨협동조합 OSMU 워크벤치' 아이콘이 생깁니다.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197096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27024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업데이트도 똑같이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581144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새 버전의 setup.exe를 실행하면 같은 자리에 덮어씁니다. 켜져 있는 앱은 자동으로 닫힙니다. '설치된 앱' 목록에는 항상 하나만 남습니다.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1208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3262B"/>
                </a:solidFill>
                <a:latin typeface="맑은 고딕"/>
              </a:rPr>
              <a:t>데이터는 설치 폴더가 아니라 %APPDATA%\OSMU_CJC 에 있습니다 — 브랜드 킷·글·사진·API 키·네이버 로그인이 재설치·업데이트·제거 후에도 그대로 남습니다. 예전 zip(폴더째 실행) 버전을 쓰던 PC는 그 폴더를 지우고 setup.exe로 설치하면 같은 데이터로 이어집니다.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평소엔 직접 조회라 무료, 막히면 API HUB로 자동 전환(유료)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고른 킷의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먼저 '키워드 작업 대상 킷'을 고릅니다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7025640" cy="384764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0_target_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6949440" cy="37714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⚙️ 설정 → 🔍 네이버 API → 🧵 키워드 작업 대상 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브랜드 킷이 여러 개면, 키워드 작업 전에 어느 킷의 키워드를 고칠지 고릅니다.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아래 '새로 고르기 1~4단계'·'사업 분야 추가'·'수치 유지'·'진단'이 모두 고른 킷에만 반영됩니다.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진행 중인 단계도 킷마다 따로 기억합니다 — 다른 킷으로 바꿨다 돌아와도 이어서 할 수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검색량·문서 수 측정값은 킷끼리 함께 써서, 같은 키워드에 호출이 두 번 나가지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고른 킷의 SEO 키워드가 전혀 바뀌지 않습니다. 결과는 그 킷에만 반영됩니다.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 → 🧵 킷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만들어집니다(빈 초안이 있으면 재사용). 맨 위에서 이 글의 사업 분야 킷을 고르세요 — 다른 분야 킷을 고르면 그 분야 내용이 섞입니다.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SNS 자동 검증 &amp; 다시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초안 생성 직후 인스타·X·쇼츠·발행 태그는 길이·해시태그·인증 표현을 자동으로 점검·정리합니다.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📸 인스타그램 · 🐦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'더보기' 전 노출 범위(앞 125자·최대 2줄) 초과 시 경고, 해시태그는 8~15개로 자동 보정.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X는 한글 1자를 2로 세는 실제 기준(최대 280)으로 자동 분할 — 시뮬레이터도 같은 기준.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🎬 쇼츠 · 🏷️ 발행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컷 자막이 20자를 넘으면 경고하고, 제목에는 #shorts를 자동으로 붙입니다.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발행 태그는 7~12개로 정리하고, 모자라면 이 글의 타깃 키워드로 채웁니다.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118872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📣 본문을 고친 뒤에는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인스타·X·쇼츠·발행 태그는 '수정 전 본문 기준'으로 표시됩니다 — 워크벤치의 [📣 SNS 3채널 다시 만들기]를 눌러 최신 본문에 맞게 다시 만드세요. 인증 범위를 넘겨 쓴 문장은 자동 삭제되고, 맞춤법은 세 채널을 한 번에 교정합니다.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위에서 고른 킷의 SEO 키워드로 관련 기사를 찾아 [워크벤치로 전달]합니다. 전달한 글도 그 킷으로 연결됩니다.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조회가 기본입니다. 조회가 막히면 등록된 네이버 API HUB 키로 자동 전환되고(유료), 오늘 호출에 집계됩니다.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 아래쪽 '회사 공통'의 '네이버 블로그 아이디'를 고치세요. 카드마다 어느 킷으로 쓴 글인지 표시됩니다.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사업 분야별로 여러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🧵 킷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[➕ 새 킷 만들기](맨 위 '기본' 킷 복사) · 📄 복제 · 이름 변경 · 🗑️ 삭제(아래 '삭제한 킷'에서 되살리기). 개수 제한 없음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업종·페르소나·톤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킷의 사업 분야와 말투. 킷마다 따로 저장 ([킷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글과 관련 있을 때만 0~2개 인용(최근 글과 반복 안 함).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용어집·모드·샘플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표기 통일 + 교정 보호 / 기본 콘텐츠 모드 / 우수 포스팅 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SEO 키워드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 분야의 키워드만. 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회사 공통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조합명·키노피스·홈페이지·블로그 ID·인스타 + 🛡️ 가드레일 + 🚫 금기어 사전 — 모든 킷에 적용 ([회사 공통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누르면 바로 그 글로 — 대시보드와 게시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13232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누르는 곳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일어나는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소재 대기·생성 중·초안·게시 대기 칸의 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워크벤치로 이동해 그 글이 열린 상태로 보입니다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통계 카드 (작업 중·초안 완료·게시 완료)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그 상태의 글만 아래 상태판에 남깁니다. 같은 카드를 다시 누르면 전체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게시 완료 칸의 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저장된 네이버 글 주소가 있으면 브라우저로 그 글을 엽니다 (없으면 워크벤치)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'이번 달 AI 비용' 카드 · 노란 띠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등록한 단가로 계산한 이번 달 금액(추정). 월 예산의 70%·90%를 넘으면 안내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빨간 띠 '예정일이 지났는데…'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발행 예정일이 지났는데 게시되지 않은 글 수 — 📅 캘린더에서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18888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글 주소는 자동으로도 남습니다: 🚀 네이버 게시의 [지금 게시]로 연 Chrome 창에서 [발행]을 누르면, 창이 글 화면으로 바뀌는 것을 보고 주소를 저장하고 '게시 완료'로 바꿉니다. 손으로 올렸다면 [✅ 수동으로 완료] 옆 칸에 주소를 붙여 넣으세요. 게시 완료 탭에서 나중에 고칠 수도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📅 캘린더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이번 주에 무엇을 올릴지 — 캘린더 · 주제 목록 · 자동 작성 예약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25880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39903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발행 예정일 정하기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09928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 맨 위 [발행 예정일]에 날짜를 넣거나(📅 버튼으로 달력 선택), 캘린더의 빈 날짜를 눌러 새 글을 만듭니다.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31136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231136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231136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30428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상태 색으로 한눈에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15184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회색 소재 대기 · 파랑 생성 중 · 노랑 초안 · 주황 게시 대기 · 초록 게시 완료 · 빨강 실패. 예정일이 지난 글은 ⚠️와 빨간 테두리.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36392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136392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136392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20954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옮기기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520440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칩을 다른 날짜로 끌어 놓거나, 칩의 📅 버튼으로 날짜를 고릅니다. 칩을 누르면 워크벤치에서 그 글이 열립니다.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041648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041648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041648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11480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주제 목록 · 반복 규칙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25696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오른쪽에 '쓸 주제'를 쌓아 두고 [글로 만들기]. '매주 화요일 · 킷 · 모드' 규칙을 추가하면 앞으로 4주의 빈 자리가 생깁니다.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946904"/>
            <a:ext cx="502920" cy="84124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946904"/>
            <a:ext cx="502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4946904"/>
            <a:ext cx="1065276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200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자동 작성 예약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330952"/>
            <a:ext cx="10287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 [자동 작성 예약]을 켜고 날짜·시각을 정하면, 앱이 켜져 있을 때 그 시각에 초안을 만듭니다. 발행은 사람이 합니다.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897880"/>
            <a:ext cx="111556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897880"/>
            <a:ext cx="109728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자동 작성은 앱이 켜져 있을 때만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373368"/>
            <a:ext cx="10607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PC나 앱이 꺼져 있던 동안 지난 예약은 다음에 앱을 켤 때 만듭니다. 메모(또는 뉴스 기사)가 없는 글은 '실패'로 남습니다.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🎨 원고 서식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굵게·형광·소제목·인용구·구분선·요약 박스가 들어간 원고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🧵 브랜드 킷 → 🎨 원고 서식에서 킷마다 템플릿(기본형·정보형·후기형)과 기본 강도를 정합니다.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워크벤치에서 글마다 강도(사용 안 함·최소·표준·풍부)를 바꿀 수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서식은 초안을 쓰는 같은 AI 호출에서 함께 만들어져 비용이 거의 늘지 않습니다.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오른쪽 네이버 미리보기에 서식이 입혀져 보이고, '🎨 서식' 목록에서 하나씩 지우거나 굵게↔형광, 인용구·구분선 모양을 바꿉니다.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예전 글은 [🎨 서식 적용]으로 재생성 없이 서식만 입힙니다 — 본문 글자는 바뀌지 않습니다.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본문 편집창에 **굵게** ==형광== ## 소제목 &gt; 인용 --- 를 직접 써서 저장해도 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20624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네이버에 올릴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[지금 게시]가 서식이 담긴 본문을 붙여 넣습니다. 굵게·형광·소제목·목록은 그대로 들어갑니다.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인용구·구분선·요약 박스는 에디터가 자기 서식으로 바꾸지 못하면 글자로 들어갈 수 있습니다 — 게시 화면에 안내가 뜨면 ⚙️ 설정 → 📣 생성 채널의 '네이버 서식 붙여넣기'를 '기호로 대체'로 바꾸세요.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인용구 모양(따옴표형·선형 등)은 네이버 에디터에서 인용구를 한 번 눌러 고릅니다(자동으로 누르지 않음).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빨간 '📷 사진 자리'는 초안 뒤에 사진을 올리면 그 자리에 차례로 들어갑니다. 남은 표시는 발행 전에 지워 주세요.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컴플라이언스 검수는 서식 없는 본문 그대로 합니다. 교정으로 문장이 바뀌어 자리를 잃은 서식은 빠지고, 미리보기에 그 개수가 표시됩니다.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④ 안전 · AI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토큰을 금액으로 — 단가 표 · 환율 · 월 예산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단가 넣기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⚙️ 설정 → 📈 사용량 → 단가 표. 모델마다 100만 토큰당 입력·출력 단가(USD)를 [공식 가격 보기]에서 확인해 넣습니다. 기본값은 없습니다.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환율·월 예산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환율(기본 1,400원 — 실제 환율로 고치기)과 월 예산(원)을 저장하면 70%·90%에서 대시보드·워크벤치에 안내합니다.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어디서 보나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사용량 탭: 오늘·이번 달·전체 누적, 글 1건당 평균, 벤더·모델별 표. 워크벤치: 초안마다 '이 글 생성 비용 약 ○○원'.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34840"/>
            <a:ext cx="11155680" cy="164592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44568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표시 금액은 예산 참고용 추정값입니다 — 실제 청구는 각 벤더 콘솔에서 확인하세요. 금액은 호출할 때의 단가로 계산해 저장하므로 단가를 바꿔도 지난 금액은 그대로입니다. 단가가 없는 모델의 호출은 0원이 아니라 '단가 미등록'으로 따로 셉니다. 처음 단가를 넣으면 그 모델의 지난 기록을 이 단가로 한 번 채웁니다. 글별 비용은 이 기능을 넣은 뒤의 기록부터 정확합니다.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만큼과, 단가를 넣으면 금액(추정)까지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%APPDATA%\OSMU_CJC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있습니다(앱을 제거해도 남는 이유).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킷 값은 [킷 저장], 계정·금기어는 [회사 공통 저장]을 눌렀는지, 워크벤치에서 그 킷을 골랐는지 확인하세요. 저장은 다음 생성부터 반영됩니다.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